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125</c:v>
                </c:pt>
                <c:pt idx="2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9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0F9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Certification &amp; Audit Management Platform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CertiSphere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is a comprehensive certification and audit management platform designed to streamline the entire audit lifecycle.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Key Benefits: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End-to-end audit management with role-based access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Real-time compliance tracking and reporting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Advanced analytics for business intelligence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AI-powered automation and insights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Scalable, secure, and cloud-native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Traditional Audit Management Struggles: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Manual, disconnected processes across teams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Difficulty tracking compliance status in real-time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Limited visibility into audit workflows and bottlenecks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Inefficient resource allocation and scheduling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Lack of data-driven insights for strategic decisions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Security and audit trail concerns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CertiSphere transforms audit management through: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560320"/>
          </a:xfrm>
          <a:prstGeom prst="roundRect">
            <a:avLst/>
          </a:prstGeom>
          <a:solidFill>
            <a:srgbClr val="F0F9FB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560320" cy="2560320"/>
          </a:xfrm>
          <a:prstGeom prst="roundRect">
            <a:avLst/>
          </a:prstGeom>
          <a:solidFill>
            <a:srgbClr val="F0F9FB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560320" cy="2560320"/>
          </a:xfrm>
          <a:prstGeom prst="roundRect">
            <a:avLst/>
          </a:prstGeom>
          <a:solidFill>
            <a:srgbClr val="F0F9FB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audit workflows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tracking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21945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tasks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 - User Roles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CertiSphere supports 6 specialized user roles: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36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oversight &amp; reporting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536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Coordinator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organize audits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536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audit execution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077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audit activities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9077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audit information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834640"/>
            <a:ext cx="26517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9077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Coordinator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client interactions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- High Level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Presentation Layer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React-based responsive frontend • Real-time dashboards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Application Layer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RESTful APIs • Business logic • Workflow orchestration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Layer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PostgreSQL database • Secure data storage • ACID compliance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Infrastructure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Cloud-native deployment • Docker containers • Kubernetes orchestration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- Frontend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Frontend Architecture: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645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645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65176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- Backend &amp;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Backend &amp; Infrastructure: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645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645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sessions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651760"/>
            <a:ext cx="2560320" cy="82296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AWS/Cloud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Enterprise-Grade Data Management: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Core Entities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Users • Audits • Compliance Records • Reports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Data Security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Encryption at rest • Encrypted connections • Role-based access control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Performance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Optimized indexes • Query optimization • Connection pooling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Compliance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ACID transactions • Audit trails • Data backup &amp; recovery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&amp; Automation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Intelligent Features Powered by AI: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audit report generation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4924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task scheduling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compliance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3774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4924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assessment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218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2004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3218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for insights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Integration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RESTful API Design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Standard HTTP methods • JSON responses • Comprehensive error handling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Security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JWT authentication • API key management • Rate limiting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Third-party Integrations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Email services • Document storage • Analytics platforms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Webhooks &amp; Events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Real-time notifications • Event streaming • System synchronization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Multi-Layer Quality Approach: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822960"/>
          </a:xfrm>
          <a:prstGeom prst="rect">
            <a:avLst/>
          </a:prstGeom>
          <a:solidFill>
            <a:srgbClr val="F0F9FB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47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Code-level verification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3931920" cy="822960"/>
          </a:xfrm>
          <a:prstGeom prst="rect">
            <a:avLst/>
          </a:prstGeom>
          <a:solidFill>
            <a:srgbClr val="F0F9FB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947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interaction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822960"/>
          </a:xfrm>
          <a:prstGeom prst="rect">
            <a:avLst/>
          </a:prstGeom>
          <a:solidFill>
            <a:srgbClr val="F0F9FB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0449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validation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651760"/>
            <a:ext cx="3931920" cy="822960"/>
          </a:xfrm>
          <a:prstGeom prst="rect">
            <a:avLst/>
          </a:prstGeom>
          <a:solidFill>
            <a:srgbClr val="F0F9FB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0449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stress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Compliance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CertiSphere meets industry standards: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64592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554480"/>
            <a:ext cx="164592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164592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164592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Quality Standards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Code review practices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Continuous integration/deployment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Security scanning &amp; vulnerability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Performance monitoring &amp; optimization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User feedback &amp; continuous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&amp; Impact Minimization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Data Security Risks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Encryption, access controls, audit logs, regular backups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Operational Continuity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99.9% uptime SLA, disaster recovery, failover mechanisms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Compliance Risks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Built-in compliance frameworks, audit trails, regulatory templates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User Training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Comprehensive documentation, onboarding, support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- ROI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Return on Investment Metrics: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3657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64592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Key Metrics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60% reduction in audit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45% cost savings year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3x faster report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Zero compliance breaches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- Cost vs. Investment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Investment &amp; Returns Projection: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303520" y="164592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Total Cost of Ownership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Setup: $150K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Annual: $45K (maintenance)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Breakeven: 9 months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3-year savings: $380K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Efficiency &amp; Quality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Development Metrics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Agile methodology with 2-week sprints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99% code coverage with automated testing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Continuous integration/deployment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Code review &amp; quality gates before release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Performance Benchmarks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Average response time: &lt; 200ms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System uptime: 99.99%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Data load time: &lt; 1s for 1M records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Phased Rollout Approach: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554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920240" cy="137160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design (Weeks 1-4)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71800" y="1554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2103120"/>
            <a:ext cx="1920240" cy="137160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560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core features (Weeks 5-12)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74920" y="1554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1920240" cy="137160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560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UAT (Weeks 13-16)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78040" y="1554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2103120"/>
            <a:ext cx="1920240" cy="137160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560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training (Weeks 17-20)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Future Enhancements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Current Release (v1.0)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Core audit management • User roles &amp; permissions • Reporting &amp; analytics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Upcoming (v1.1)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Mobile app • Advanced AI insights • Integrations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Roadmap (v2.0)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Machine learning for predictive analytics • Blockchain audit trails • Multi-tenant capabilities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Community (v3.0)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Open APIs • Marketplace integrations • Advanced customization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KPIs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Measuring Success: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91440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&gt;85%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651760" cy="91440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Time Reduction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651760" cy="91440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$380K/3yr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651760" cy="91440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834640"/>
            <a:ext cx="2651760" cy="91440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&gt;4.5/5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834640"/>
            <a:ext cx="2651760" cy="914400"/>
          </a:xfrm>
          <a:prstGeom prst="roundRect">
            <a:avLst/>
          </a:prstGeom>
          <a:solidFill>
            <a:srgbClr val="F0F9FB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2648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Rate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Comprehensive Platform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End-to-end audit management in a single platform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AI-Powered Intelligence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Predictive analytics &amp; automated insights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Scalability &amp; Security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Enterprise-grade infrastructure with industry certifications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User-Centric Design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Intuitive interface for diverse user roles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Support &amp; 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24/7 support, comprehensive documentation, regular webinars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Audit Management?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for a demo and consultation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info@certisphere.com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www.certisphere.com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CertiSphere - Certification Management System</dc:title>
  <dc:subject>PptxGenJS Presentation</dc:subject>
  <dc:creator>CertiSphere Team</dc:creator>
  <cp:lastModifiedBy>CertiSphere Team</cp:lastModifiedBy>
  <cp:revision>1</cp:revision>
  <dcterms:created xsi:type="dcterms:W3CDTF">2026-06-23T10:45:21Z</dcterms:created>
  <dcterms:modified xsi:type="dcterms:W3CDTF">2026-06-23T10:45:21Z</dcterms:modified>
</cp:coreProperties>
</file>